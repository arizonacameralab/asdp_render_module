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6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77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F47D1-22B6-CB61-5E6A-229F0FDEBA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BC3E85-44E1-6B2F-C3DB-0B008A0978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C7983-8144-6AD5-50A0-67E45293A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8A2B6-41C8-C268-C26C-DCD0D542C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3A2E3-7002-BA82-662C-58746F1FB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651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C49E4-492F-3E6C-DFD7-8254C7AB5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4C3C8-E4B7-E4EF-711C-7941B7645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EF544-768F-485D-DF9F-C3C388AAE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D2E78-0AD9-7149-3557-E1678925F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10821-1065-C0BC-34E1-0DC584896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069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1E41E-D270-C91E-490A-C3B6C2DD4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AA0E09-F4F7-A3EB-23EF-EF49EE727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97291-3EF7-8A8B-5ECA-B6BA9F6CA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E8DC0-64BE-3BC5-DB54-838D9E8DF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792D3-1057-D376-D336-1286B5631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307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A4205-DC12-CF8D-6511-8C75123C1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23C5E-0CC5-74AE-AE54-75E8BCB319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2A85A9-7643-66C1-F578-D71F9919E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2A93C-1A33-8425-46B6-1E0EE794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82940-DB60-D2CE-1F0D-5DBB9A4F6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23AC9-925A-320D-0987-7C831DFF8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814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F2393-205C-ACFE-FAC3-A93C583C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271F8D-6E50-D8F4-4E20-D9B68ADC8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52996B-B868-07EB-8F81-ADA52D6327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7C5E2A-F372-1B6D-BCDD-1181F17615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4FE4DC-C375-E41F-C047-F50115793A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1D54D4-F0C6-F92B-4FEA-3A50966C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C18BD2-25A0-22FA-D483-57F1D67EF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BABA43-9797-83E5-7D4D-F95640894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061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F2F42-3516-B635-87AE-3192F2678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D449C8-F6E4-9926-8654-CDF45FB07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0432B7-AAB2-B142-2EE3-625D94672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30D4AE-65F1-5385-C51A-00A9DB2A4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13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4C9AE8-CCAF-B9CC-5CD9-7E21148CA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B6B200-6388-CE54-6F0C-A0668CF6E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B9926-AE2D-A2BE-40C0-BC41C4B16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124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EA35B-83C2-914B-6F6F-C463485C1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590EC-4846-5C06-E269-AA1FF1376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DF2581-420D-2EA8-122E-6E4035CF7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A4E1BE-3F4C-5E13-8598-321F912DA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C8510B-8F6A-D71B-E618-CE7524B44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46381-A47F-7B07-3411-85B7E1FE3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84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80C49-0495-2DE5-0D98-C9B7145CD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6A0267-51D6-7B77-37E9-89DA96FC9C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BCC407-FA79-CC47-7A74-D7D74BD27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4C3B2-2107-1512-B7AF-9ADC9132D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98083C-6C26-14EB-F487-B7C2532EE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A354BC-DB0C-017B-E384-3FD5B1D69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50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84FDD-B0F2-1129-3FA0-D0A9270A6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979D77-D9BF-0635-A8B4-BEAA5C1B8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23DE8-DDFE-92E1-6470-DA888F5F2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E77B5-9037-D6B1-DDAD-36234E6F4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FD0B4-D7B5-61C2-ECE1-44408E76B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959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A5A44D-D182-4DDB-5A33-49C9D3A132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46C5C0-BF1F-6369-E02F-0078B9FEAF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80E17-AD1F-169E-5C23-C65DA128C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D1D0D-79B6-F845-63A1-F34B82A73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B277D-94E6-8193-C13A-D71C63B4A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518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D3DF11-9C02-FD66-2299-93108721D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B887C-C645-959C-B5F3-EFBAEF6E9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66567-85AE-C43D-272D-A5CE75D279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5A6C5-670B-498B-9FA6-803741FBB2CA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FC54E-BDAA-02B1-ABFF-810240BD2D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CAD06-C8A4-D069-2957-B7BD864D48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595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9C962D7-9F84-1461-3221-EF878A2318DB}"/>
              </a:ext>
            </a:extLst>
          </p:cNvPr>
          <p:cNvSpPr/>
          <p:nvPr/>
        </p:nvSpPr>
        <p:spPr>
          <a:xfrm>
            <a:off x="6517120" y="2434077"/>
            <a:ext cx="1644869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Histograms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(per stream)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C166FE-C120-E50C-0AAF-0B365B522509}"/>
              </a:ext>
            </a:extLst>
          </p:cNvPr>
          <p:cNvSpPr/>
          <p:nvPr/>
        </p:nvSpPr>
        <p:spPr>
          <a:xfrm>
            <a:off x="3400984" y="1067293"/>
            <a:ext cx="2803307" cy="21390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2-3 cross-camera GPU feeding threads w/CUDA texture ingest kernel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F80A02-BE05-54FD-4598-78DF431304DB}"/>
              </a:ext>
            </a:extLst>
          </p:cNvPr>
          <p:cNvSpPr/>
          <p:nvPr/>
        </p:nvSpPr>
        <p:spPr>
          <a:xfrm>
            <a:off x="4014849" y="2050017"/>
            <a:ext cx="1644869" cy="91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GPU buffer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19841A9-0CCB-5C03-C23C-C1BD21017025}"/>
              </a:ext>
            </a:extLst>
          </p:cNvPr>
          <p:cNvSpPr/>
          <p:nvPr/>
        </p:nvSpPr>
        <p:spPr>
          <a:xfrm>
            <a:off x="8541381" y="2774246"/>
            <a:ext cx="1644868" cy="2340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Histogram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38F92D9-DED4-56A7-8165-9C2EE48E3B14}"/>
              </a:ext>
            </a:extLst>
          </p:cNvPr>
          <p:cNvCxnSpPr>
            <a:cxnSpLocks/>
            <a:stCxn id="15" idx="3"/>
            <a:endCxn id="22" idx="1"/>
          </p:cNvCxnSpPr>
          <p:nvPr/>
        </p:nvCxnSpPr>
        <p:spPr>
          <a:xfrm>
            <a:off x="8161989" y="2891277"/>
            <a:ext cx="37939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1AF7AC9-A00F-18AF-941D-5BA71B2E56AF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7339555" y="1973733"/>
            <a:ext cx="0" cy="4603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96E9C269-F609-615B-3ED2-840D132F2D81}"/>
              </a:ext>
            </a:extLst>
          </p:cNvPr>
          <p:cNvSpPr/>
          <p:nvPr/>
        </p:nvSpPr>
        <p:spPr>
          <a:xfrm>
            <a:off x="1203121" y="2443583"/>
            <a:ext cx="1644869" cy="91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Pinned CPU buffer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1B7F16D-D88C-154F-9A57-380FE5918B80}"/>
              </a:ext>
            </a:extLst>
          </p:cNvPr>
          <p:cNvCxnSpPr>
            <a:cxnSpLocks/>
            <a:stCxn id="37" idx="3"/>
            <a:endCxn id="20" idx="1"/>
          </p:cNvCxnSpPr>
          <p:nvPr/>
        </p:nvCxnSpPr>
        <p:spPr>
          <a:xfrm flipV="1">
            <a:off x="2847990" y="2507217"/>
            <a:ext cx="1166859" cy="3935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860F3BD-ADFE-49B4-9A12-24FBAE3D9363}"/>
              </a:ext>
            </a:extLst>
          </p:cNvPr>
          <p:cNvCxnSpPr>
            <a:cxnSpLocks/>
            <a:stCxn id="4" idx="3"/>
            <a:endCxn id="62" idx="1"/>
          </p:cNvCxnSpPr>
          <p:nvPr/>
        </p:nvCxnSpPr>
        <p:spPr>
          <a:xfrm flipV="1">
            <a:off x="8308980" y="1670258"/>
            <a:ext cx="467812" cy="414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FD0817B-C2CF-FFF0-CCF0-40E9B8C3B6BF}"/>
              </a:ext>
            </a:extLst>
          </p:cNvPr>
          <p:cNvCxnSpPr>
            <a:cxnSpLocks/>
          </p:cNvCxnSpPr>
          <p:nvPr/>
        </p:nvCxnSpPr>
        <p:spPr>
          <a:xfrm flipH="1" flipV="1">
            <a:off x="9555218" y="2454172"/>
            <a:ext cx="1454" cy="3125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Flowchart: Multidocument 61">
            <a:extLst>
              <a:ext uri="{FF2B5EF4-FFF2-40B4-BE49-F238E27FC236}">
                <a16:creationId xmlns:a16="http://schemas.microsoft.com/office/drawing/2014/main" id="{8E660F7A-F483-F861-70A3-F0E46209C8A7}"/>
              </a:ext>
            </a:extLst>
          </p:cNvPr>
          <p:cNvSpPr/>
          <p:nvPr/>
        </p:nvSpPr>
        <p:spPr>
          <a:xfrm>
            <a:off x="8776792" y="738798"/>
            <a:ext cx="1571689" cy="1862919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Depth</a:t>
            </a:r>
          </a:p>
          <a:p>
            <a:pPr algn="ctr"/>
            <a:r>
              <a:rPr lang="en-US" dirty="0"/>
              <a:t>Deblur</a:t>
            </a:r>
          </a:p>
          <a:p>
            <a:pPr algn="ctr"/>
            <a:r>
              <a:rPr lang="en-US" dirty="0"/>
              <a:t>Tone Map</a:t>
            </a:r>
          </a:p>
          <a:p>
            <a:pPr algn="ctr"/>
            <a:r>
              <a:rPr lang="en-US" dirty="0"/>
              <a:t>Composite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9B63EF4-0A9D-1871-B5DB-DCAED2EA48D7}"/>
              </a:ext>
            </a:extLst>
          </p:cNvPr>
          <p:cNvSpPr/>
          <p:nvPr/>
        </p:nvSpPr>
        <p:spPr>
          <a:xfrm>
            <a:off x="865596" y="850213"/>
            <a:ext cx="2319919" cy="81914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Image messages: Thread per camera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3 rows/message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6EF39DA-325B-DE08-5125-4CC9C0260E64}"/>
              </a:ext>
            </a:extLst>
          </p:cNvPr>
          <p:cNvCxnSpPr>
            <a:cxnSpLocks/>
            <a:stCxn id="72" idx="2"/>
            <a:endCxn id="37" idx="0"/>
          </p:cNvCxnSpPr>
          <p:nvPr/>
        </p:nvCxnSpPr>
        <p:spPr>
          <a:xfrm>
            <a:off x="2025556" y="1669360"/>
            <a:ext cx="0" cy="7742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388722A8-6649-C84A-1AB0-B92C46599186}"/>
              </a:ext>
            </a:extLst>
          </p:cNvPr>
          <p:cNvCxnSpPr>
            <a:cxnSpLocks/>
            <a:endCxn id="72" idx="1"/>
          </p:cNvCxnSpPr>
          <p:nvPr/>
        </p:nvCxnSpPr>
        <p:spPr>
          <a:xfrm>
            <a:off x="423081" y="1259787"/>
            <a:ext cx="4425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8CCF5550-9063-9471-0D49-566FE1017787}"/>
              </a:ext>
            </a:extLst>
          </p:cNvPr>
          <p:cNvSpPr/>
          <p:nvPr/>
        </p:nvSpPr>
        <p:spPr>
          <a:xfrm>
            <a:off x="6511711" y="1064804"/>
            <a:ext cx="1644869" cy="91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GPU buffer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5C6DEE-46EB-87CB-2A16-95983DCBF355}"/>
              </a:ext>
            </a:extLst>
          </p:cNvPr>
          <p:cNvSpPr/>
          <p:nvPr/>
        </p:nvSpPr>
        <p:spPr>
          <a:xfrm>
            <a:off x="6664111" y="1217204"/>
            <a:ext cx="1644869" cy="91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16-bit textures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54C38E-7EDB-5382-D1D9-2F03D06FC847}"/>
              </a:ext>
            </a:extLst>
          </p:cNvPr>
          <p:cNvSpPr/>
          <p:nvPr/>
        </p:nvSpPr>
        <p:spPr>
          <a:xfrm>
            <a:off x="1077301" y="2585618"/>
            <a:ext cx="1644869" cy="91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Pinned CPU buffer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4B8F66-C7F1-127E-2B04-767E7103B9AD}"/>
              </a:ext>
            </a:extLst>
          </p:cNvPr>
          <p:cNvSpPr/>
          <p:nvPr/>
        </p:nvSpPr>
        <p:spPr>
          <a:xfrm>
            <a:off x="4167249" y="2202417"/>
            <a:ext cx="1644869" cy="91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GPU buffer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0CBBD5F-DFBF-71F5-9EBC-60DC9BF625B2}"/>
              </a:ext>
            </a:extLst>
          </p:cNvPr>
          <p:cNvCxnSpPr>
            <a:cxnSpLocks/>
            <a:stCxn id="5" idx="3"/>
            <a:endCxn id="3" idx="1"/>
          </p:cNvCxnSpPr>
          <p:nvPr/>
        </p:nvCxnSpPr>
        <p:spPr>
          <a:xfrm flipV="1">
            <a:off x="5812118" y="1522004"/>
            <a:ext cx="699593" cy="11376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8483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EC25E3C5-A285-7121-D833-F1968B442F2E}"/>
              </a:ext>
            </a:extLst>
          </p:cNvPr>
          <p:cNvGrpSpPr/>
          <p:nvPr/>
        </p:nvGrpSpPr>
        <p:grpSpPr>
          <a:xfrm>
            <a:off x="6241362" y="1024844"/>
            <a:ext cx="4723430" cy="2195725"/>
            <a:chOff x="1555062" y="1089126"/>
            <a:chExt cx="4723430" cy="2195725"/>
          </a:xfrm>
        </p:grpSpPr>
        <p:sp>
          <p:nvSpPr>
            <p:cNvPr id="2" name="Isosceles Triangle 1">
              <a:extLst>
                <a:ext uri="{FF2B5EF4-FFF2-40B4-BE49-F238E27FC236}">
                  <a16:creationId xmlns:a16="http://schemas.microsoft.com/office/drawing/2014/main" id="{FDF2757F-BC25-4112-5212-7A18BA281610}"/>
                </a:ext>
              </a:extLst>
            </p:cNvPr>
            <p:cNvSpPr/>
            <p:nvPr/>
          </p:nvSpPr>
          <p:spPr>
            <a:xfrm rot="10800000">
              <a:off x="1555062" y="1089126"/>
              <a:ext cx="4723430" cy="2195725"/>
            </a:xfrm>
            <a:prstGeom prst="triangle">
              <a:avLst/>
            </a:prstGeom>
            <a:no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82EAF8A-BC62-9CF0-627D-720492F78090}"/>
                </a:ext>
              </a:extLst>
            </p:cNvPr>
            <p:cNvCxnSpPr/>
            <p:nvPr/>
          </p:nvCxnSpPr>
          <p:spPr>
            <a:xfrm>
              <a:off x="1794681" y="1317009"/>
              <a:ext cx="4244453" cy="0"/>
            </a:xfrm>
            <a:prstGeom prst="line">
              <a:avLst/>
            </a:prstGeom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EC7E920-9A6A-860A-AF3C-06085F76BDA7}"/>
                </a:ext>
              </a:extLst>
            </p:cNvPr>
            <p:cNvCxnSpPr>
              <a:cxnSpLocks/>
            </p:cNvCxnSpPr>
            <p:nvPr/>
          </p:nvCxnSpPr>
          <p:spPr>
            <a:xfrm>
              <a:off x="2108579" y="1610436"/>
              <a:ext cx="3603009" cy="0"/>
            </a:xfrm>
            <a:prstGeom prst="line">
              <a:avLst/>
            </a:prstGeom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3DE1454-C0AF-3849-0C46-70D6D9C79A33}"/>
                </a:ext>
              </a:extLst>
            </p:cNvPr>
            <p:cNvCxnSpPr>
              <a:cxnSpLocks/>
            </p:cNvCxnSpPr>
            <p:nvPr/>
          </p:nvCxnSpPr>
          <p:spPr>
            <a:xfrm>
              <a:off x="2492991" y="1974376"/>
              <a:ext cx="2829636" cy="0"/>
            </a:xfrm>
            <a:prstGeom prst="line">
              <a:avLst/>
            </a:prstGeom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7B16F06-4132-7739-79A9-AA99815EF9E4}"/>
                </a:ext>
              </a:extLst>
            </p:cNvPr>
            <p:cNvCxnSpPr>
              <a:cxnSpLocks/>
            </p:cNvCxnSpPr>
            <p:nvPr/>
          </p:nvCxnSpPr>
          <p:spPr>
            <a:xfrm>
              <a:off x="3088943" y="2502089"/>
              <a:ext cx="1660478" cy="0"/>
            </a:xfrm>
            <a:prstGeom prst="line">
              <a:avLst/>
            </a:prstGeom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D5747E-6D8F-3388-687A-3747B92C48FC}"/>
              </a:ext>
            </a:extLst>
          </p:cNvPr>
          <p:cNvGrpSpPr/>
          <p:nvPr/>
        </p:nvGrpSpPr>
        <p:grpSpPr>
          <a:xfrm>
            <a:off x="6634054" y="1039326"/>
            <a:ext cx="4723430" cy="2195725"/>
            <a:chOff x="1555062" y="1089126"/>
            <a:chExt cx="4723430" cy="2195725"/>
          </a:xfrm>
        </p:grpSpPr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3C5E2660-A83A-8A13-A682-B5208717936C}"/>
                </a:ext>
              </a:extLst>
            </p:cNvPr>
            <p:cNvSpPr/>
            <p:nvPr/>
          </p:nvSpPr>
          <p:spPr>
            <a:xfrm rot="10800000">
              <a:off x="1555062" y="1089126"/>
              <a:ext cx="4723430" cy="2195725"/>
            </a:xfrm>
            <a:prstGeom prst="triangl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377C576-F8BE-66AA-2BA8-579879E712D8}"/>
                </a:ext>
              </a:extLst>
            </p:cNvPr>
            <p:cNvCxnSpPr/>
            <p:nvPr/>
          </p:nvCxnSpPr>
          <p:spPr>
            <a:xfrm>
              <a:off x="1794681" y="1317009"/>
              <a:ext cx="4244453" cy="0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B34AE0B-529D-B272-A767-4B20570B6279}"/>
                </a:ext>
              </a:extLst>
            </p:cNvPr>
            <p:cNvCxnSpPr>
              <a:cxnSpLocks/>
            </p:cNvCxnSpPr>
            <p:nvPr/>
          </p:nvCxnSpPr>
          <p:spPr>
            <a:xfrm>
              <a:off x="2108579" y="1610436"/>
              <a:ext cx="3603009" cy="0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DF2D1C6-E819-C330-B5D1-626AFFFCBC94}"/>
                </a:ext>
              </a:extLst>
            </p:cNvPr>
            <p:cNvCxnSpPr>
              <a:cxnSpLocks/>
            </p:cNvCxnSpPr>
            <p:nvPr/>
          </p:nvCxnSpPr>
          <p:spPr>
            <a:xfrm>
              <a:off x="2492991" y="1974376"/>
              <a:ext cx="2829636" cy="0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7005694-7F99-FBE0-7A51-6ABDFD2E8C95}"/>
                </a:ext>
              </a:extLst>
            </p:cNvPr>
            <p:cNvCxnSpPr>
              <a:cxnSpLocks/>
            </p:cNvCxnSpPr>
            <p:nvPr/>
          </p:nvCxnSpPr>
          <p:spPr>
            <a:xfrm>
              <a:off x="3088943" y="2502089"/>
              <a:ext cx="1660478" cy="0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9699AB2-E0A5-60D0-B725-F52007528246}"/>
              </a:ext>
            </a:extLst>
          </p:cNvPr>
          <p:cNvCxnSpPr/>
          <p:nvPr/>
        </p:nvCxnSpPr>
        <p:spPr>
          <a:xfrm>
            <a:off x="6873673" y="1252727"/>
            <a:ext cx="611707" cy="3079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369471D-086F-BB86-5EDF-00703DA07EC1}"/>
              </a:ext>
            </a:extLst>
          </p:cNvPr>
          <p:cNvCxnSpPr>
            <a:cxnSpLocks/>
          </p:cNvCxnSpPr>
          <p:nvPr/>
        </p:nvCxnSpPr>
        <p:spPr>
          <a:xfrm>
            <a:off x="7485380" y="1560636"/>
            <a:ext cx="565067" cy="3592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BF13162-C413-65B6-24D9-98AD4BAA2085}"/>
              </a:ext>
            </a:extLst>
          </p:cNvPr>
          <p:cNvCxnSpPr>
            <a:cxnSpLocks/>
          </p:cNvCxnSpPr>
          <p:nvPr/>
        </p:nvCxnSpPr>
        <p:spPr>
          <a:xfrm>
            <a:off x="8050447" y="1920318"/>
            <a:ext cx="539657" cy="5296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5F5C7D7-5482-A4F3-8A55-3BA74DB49300}"/>
              </a:ext>
            </a:extLst>
          </p:cNvPr>
          <p:cNvCxnSpPr>
            <a:cxnSpLocks/>
          </p:cNvCxnSpPr>
          <p:nvPr/>
        </p:nvCxnSpPr>
        <p:spPr>
          <a:xfrm>
            <a:off x="8589404" y="2449859"/>
            <a:ext cx="339838" cy="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F73A800-893A-6542-ED4D-5BDA4F2C98B3}"/>
              </a:ext>
            </a:extLst>
          </p:cNvPr>
          <p:cNvCxnSpPr>
            <a:cxnSpLocks/>
          </p:cNvCxnSpPr>
          <p:nvPr/>
        </p:nvCxnSpPr>
        <p:spPr>
          <a:xfrm flipV="1">
            <a:off x="8928308" y="1928835"/>
            <a:ext cx="233472" cy="52111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5B01C08-2822-C2B3-AB81-52FD9DA6677C}"/>
              </a:ext>
            </a:extLst>
          </p:cNvPr>
          <p:cNvCxnSpPr>
            <a:cxnSpLocks/>
          </p:cNvCxnSpPr>
          <p:nvPr/>
        </p:nvCxnSpPr>
        <p:spPr>
          <a:xfrm>
            <a:off x="9161780" y="1928910"/>
            <a:ext cx="20538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9B895439-C9A0-8784-A6A5-AAD1F8EF356C}"/>
              </a:ext>
            </a:extLst>
          </p:cNvPr>
          <p:cNvCxnSpPr>
            <a:cxnSpLocks/>
          </p:cNvCxnSpPr>
          <p:nvPr/>
        </p:nvCxnSpPr>
        <p:spPr>
          <a:xfrm flipV="1">
            <a:off x="9361114" y="1560636"/>
            <a:ext cx="279493" cy="3681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A4924E1A-2804-37D7-4BE2-D30422A57222}"/>
              </a:ext>
            </a:extLst>
          </p:cNvPr>
          <p:cNvCxnSpPr>
            <a:cxnSpLocks/>
          </p:cNvCxnSpPr>
          <p:nvPr/>
        </p:nvCxnSpPr>
        <p:spPr>
          <a:xfrm>
            <a:off x="9634796" y="1562979"/>
            <a:ext cx="2934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EEA0D3FB-5E89-141B-0570-4EA4E96B81B3}"/>
              </a:ext>
            </a:extLst>
          </p:cNvPr>
          <p:cNvCxnSpPr>
            <a:cxnSpLocks/>
          </p:cNvCxnSpPr>
          <p:nvPr/>
        </p:nvCxnSpPr>
        <p:spPr>
          <a:xfrm flipV="1">
            <a:off x="9928225" y="1259969"/>
            <a:ext cx="239619" cy="3030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D5D48687-A24F-122D-C262-3A4484F9D957}"/>
              </a:ext>
            </a:extLst>
          </p:cNvPr>
          <p:cNvCxnSpPr>
            <a:cxnSpLocks/>
          </p:cNvCxnSpPr>
          <p:nvPr/>
        </p:nvCxnSpPr>
        <p:spPr>
          <a:xfrm flipV="1">
            <a:off x="10165085" y="1044297"/>
            <a:ext cx="155832" cy="2156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6844C064-1BD8-08E6-E948-8F60E2FED15C}"/>
              </a:ext>
            </a:extLst>
          </p:cNvPr>
          <p:cNvCxnSpPr>
            <a:cxnSpLocks/>
          </p:cNvCxnSpPr>
          <p:nvPr/>
        </p:nvCxnSpPr>
        <p:spPr>
          <a:xfrm>
            <a:off x="10320917" y="1047406"/>
            <a:ext cx="6148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1DD066D8-F041-A125-7362-7487C60E5135}"/>
              </a:ext>
            </a:extLst>
          </p:cNvPr>
          <p:cNvSpPr txBox="1"/>
          <p:nvPr/>
        </p:nvSpPr>
        <p:spPr>
          <a:xfrm>
            <a:off x="5585788" y="2449859"/>
            <a:ext cx="17773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Project each manifold to  multiple depths</a:t>
            </a:r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845334AB-9A6F-E080-2524-831241A58CE6}"/>
              </a:ext>
            </a:extLst>
          </p:cNvPr>
          <p:cNvCxnSpPr>
            <a:cxnSpLocks/>
          </p:cNvCxnSpPr>
          <p:nvPr/>
        </p:nvCxnSpPr>
        <p:spPr>
          <a:xfrm flipV="1">
            <a:off x="6160258" y="1320966"/>
            <a:ext cx="320723" cy="11009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03542291-E43C-6E68-B741-BB0C79AC85F4}"/>
              </a:ext>
            </a:extLst>
          </p:cNvPr>
          <p:cNvCxnSpPr>
            <a:cxnSpLocks/>
          </p:cNvCxnSpPr>
          <p:nvPr/>
        </p:nvCxnSpPr>
        <p:spPr>
          <a:xfrm flipV="1">
            <a:off x="6527887" y="1574129"/>
            <a:ext cx="250775" cy="8477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092ECFD-7AF6-2257-4D19-1932CB1E902B}"/>
              </a:ext>
            </a:extLst>
          </p:cNvPr>
          <p:cNvCxnSpPr>
            <a:cxnSpLocks/>
          </p:cNvCxnSpPr>
          <p:nvPr/>
        </p:nvCxnSpPr>
        <p:spPr>
          <a:xfrm flipV="1">
            <a:off x="6957966" y="1928835"/>
            <a:ext cx="206802" cy="5355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4B792A77-9B4E-5EFF-702A-E65A8212F8C6}"/>
              </a:ext>
            </a:extLst>
          </p:cNvPr>
          <p:cNvCxnSpPr>
            <a:cxnSpLocks/>
          </p:cNvCxnSpPr>
          <p:nvPr/>
        </p:nvCxnSpPr>
        <p:spPr>
          <a:xfrm flipV="1">
            <a:off x="7110366" y="2464340"/>
            <a:ext cx="601588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4A698420-6524-44CF-EEE5-8D71A82CFD36}"/>
              </a:ext>
            </a:extLst>
          </p:cNvPr>
          <p:cNvSpPr txBox="1"/>
          <p:nvPr/>
        </p:nvSpPr>
        <p:spPr>
          <a:xfrm>
            <a:off x="9894058" y="2360579"/>
            <a:ext cx="22213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Interpolate between most consistent when viewed from center</a:t>
            </a: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B07DA8BD-C690-7E22-4310-73E8EFA9F8AC}"/>
              </a:ext>
            </a:extLst>
          </p:cNvPr>
          <p:cNvSpPr/>
          <p:nvPr/>
        </p:nvSpPr>
        <p:spPr>
          <a:xfrm>
            <a:off x="8732084" y="3175530"/>
            <a:ext cx="137160" cy="1371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8C7955D2-5DE3-CFDB-19DD-4F775EA616D7}"/>
              </a:ext>
            </a:extLst>
          </p:cNvPr>
          <p:cNvCxnSpPr>
            <a:cxnSpLocks/>
          </p:cNvCxnSpPr>
          <p:nvPr/>
        </p:nvCxnSpPr>
        <p:spPr>
          <a:xfrm flipV="1">
            <a:off x="8902065" y="2836105"/>
            <a:ext cx="1026160" cy="3917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DE02E540-A921-7FFA-CE68-7F6EA7A1D0D8}"/>
              </a:ext>
            </a:extLst>
          </p:cNvPr>
          <p:cNvCxnSpPr>
            <a:cxnSpLocks/>
          </p:cNvCxnSpPr>
          <p:nvPr/>
        </p:nvCxnSpPr>
        <p:spPr>
          <a:xfrm>
            <a:off x="9136153" y="2146355"/>
            <a:ext cx="792072" cy="6897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5043BBC1-C0B5-7C03-61FF-78919E8FD276}"/>
              </a:ext>
            </a:extLst>
          </p:cNvPr>
          <p:cNvCxnSpPr/>
          <p:nvPr/>
        </p:nvCxnSpPr>
        <p:spPr>
          <a:xfrm>
            <a:off x="400221" y="890731"/>
            <a:ext cx="4244453" cy="0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9A59F5EE-CE84-88E9-13D3-013A34DDBD94}"/>
              </a:ext>
            </a:extLst>
          </p:cNvPr>
          <p:cNvCxnSpPr>
            <a:cxnSpLocks/>
          </p:cNvCxnSpPr>
          <p:nvPr/>
        </p:nvCxnSpPr>
        <p:spPr>
          <a:xfrm>
            <a:off x="518160" y="1128244"/>
            <a:ext cx="4198620" cy="87812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502A8282-D9DE-1B23-35F3-744B8877A415}"/>
              </a:ext>
            </a:extLst>
          </p:cNvPr>
          <p:cNvCxnSpPr>
            <a:cxnSpLocks/>
          </p:cNvCxnSpPr>
          <p:nvPr/>
        </p:nvCxnSpPr>
        <p:spPr>
          <a:xfrm>
            <a:off x="608868" y="1339299"/>
            <a:ext cx="4170873" cy="234830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85F36018-3C09-DE93-D829-6858E555A22B}"/>
              </a:ext>
            </a:extLst>
          </p:cNvPr>
          <p:cNvCxnSpPr>
            <a:cxnSpLocks/>
          </p:cNvCxnSpPr>
          <p:nvPr/>
        </p:nvCxnSpPr>
        <p:spPr>
          <a:xfrm>
            <a:off x="706659" y="1590547"/>
            <a:ext cx="4170422" cy="407460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627E1007-6BF6-5B60-608D-223ACAEFD1AA}"/>
              </a:ext>
            </a:extLst>
          </p:cNvPr>
          <p:cNvCxnSpPr>
            <a:cxnSpLocks/>
          </p:cNvCxnSpPr>
          <p:nvPr/>
        </p:nvCxnSpPr>
        <p:spPr>
          <a:xfrm>
            <a:off x="843748" y="1883738"/>
            <a:ext cx="4130113" cy="656802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2436BAE3-AA6E-84CF-FCF4-23711EBF9C63}"/>
              </a:ext>
            </a:extLst>
          </p:cNvPr>
          <p:cNvCxnSpPr>
            <a:cxnSpLocks/>
          </p:cNvCxnSpPr>
          <p:nvPr/>
        </p:nvCxnSpPr>
        <p:spPr>
          <a:xfrm>
            <a:off x="997082" y="2209062"/>
            <a:ext cx="4105010" cy="982886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1828E570-A41F-F3D2-F03C-C3B396E7188E}"/>
              </a:ext>
            </a:extLst>
          </p:cNvPr>
          <p:cNvCxnSpPr>
            <a:cxnSpLocks/>
          </p:cNvCxnSpPr>
          <p:nvPr/>
        </p:nvCxnSpPr>
        <p:spPr>
          <a:xfrm>
            <a:off x="406640" y="890731"/>
            <a:ext cx="590442" cy="1315251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16C6C5CC-12A1-ADE8-D669-F36E33DCF0A8}"/>
              </a:ext>
            </a:extLst>
          </p:cNvPr>
          <p:cNvCxnSpPr>
            <a:cxnSpLocks/>
          </p:cNvCxnSpPr>
          <p:nvPr/>
        </p:nvCxnSpPr>
        <p:spPr>
          <a:xfrm>
            <a:off x="4651129" y="890731"/>
            <a:ext cx="451904" cy="2284799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D78E42BF-0CF0-FFD8-CF5F-FD0C9C675911}"/>
              </a:ext>
            </a:extLst>
          </p:cNvPr>
          <p:cNvCxnSpPr>
            <a:cxnSpLocks/>
          </p:cNvCxnSpPr>
          <p:nvPr/>
        </p:nvCxnSpPr>
        <p:spPr>
          <a:xfrm>
            <a:off x="3717413" y="886233"/>
            <a:ext cx="374533" cy="2081102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49C85055-7809-9B42-B1E1-4B61586573A6}"/>
              </a:ext>
            </a:extLst>
          </p:cNvPr>
          <p:cNvCxnSpPr>
            <a:cxnSpLocks/>
          </p:cNvCxnSpPr>
          <p:nvPr/>
        </p:nvCxnSpPr>
        <p:spPr>
          <a:xfrm>
            <a:off x="2894596" y="886233"/>
            <a:ext cx="339121" cy="1872207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6727305D-B35B-42AB-C246-EE51B44274E6}"/>
              </a:ext>
            </a:extLst>
          </p:cNvPr>
          <p:cNvCxnSpPr>
            <a:cxnSpLocks/>
          </p:cNvCxnSpPr>
          <p:nvPr/>
        </p:nvCxnSpPr>
        <p:spPr>
          <a:xfrm>
            <a:off x="2032604" y="893812"/>
            <a:ext cx="309264" cy="164672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8F686BED-82D3-E990-4946-9A1026A541CC}"/>
              </a:ext>
            </a:extLst>
          </p:cNvPr>
          <p:cNvCxnSpPr>
            <a:cxnSpLocks/>
          </p:cNvCxnSpPr>
          <p:nvPr/>
        </p:nvCxnSpPr>
        <p:spPr>
          <a:xfrm>
            <a:off x="1218271" y="893812"/>
            <a:ext cx="286271" cy="144552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A7D7033F-3683-ADBE-E020-CA62D7B7DEB4}"/>
              </a:ext>
            </a:extLst>
          </p:cNvPr>
          <p:cNvSpPr txBox="1"/>
          <p:nvPr/>
        </p:nvSpPr>
        <p:spPr>
          <a:xfrm>
            <a:off x="1073874" y="1101787"/>
            <a:ext cx="32317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Project each line from the pose when it was acquired to form a manifold per camera (distortion exaggerated for visibility)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6FCC86E6-E68A-7A9A-AA8E-628EF1E6678B}"/>
              </a:ext>
            </a:extLst>
          </p:cNvPr>
          <p:cNvCxnSpPr>
            <a:cxnSpLocks/>
          </p:cNvCxnSpPr>
          <p:nvPr/>
        </p:nvCxnSpPr>
        <p:spPr>
          <a:xfrm flipH="1" flipV="1">
            <a:off x="4985681" y="2302116"/>
            <a:ext cx="802980" cy="314624"/>
          </a:xfrm>
          <a:prstGeom prst="line">
            <a:avLst/>
          </a:prstGeom>
          <a:ln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Oval 172">
            <a:extLst>
              <a:ext uri="{FF2B5EF4-FFF2-40B4-BE49-F238E27FC236}">
                <a16:creationId xmlns:a16="http://schemas.microsoft.com/office/drawing/2014/main" id="{FBB8EF3B-762C-B5E4-1330-B7BAC8C5F575}"/>
              </a:ext>
            </a:extLst>
          </p:cNvPr>
          <p:cNvSpPr/>
          <p:nvPr/>
        </p:nvSpPr>
        <p:spPr>
          <a:xfrm>
            <a:off x="1573122" y="3224673"/>
            <a:ext cx="137160" cy="137160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8712E309-A9C7-E425-389C-99A7FD3CF7A3}"/>
              </a:ext>
            </a:extLst>
          </p:cNvPr>
          <p:cNvSpPr/>
          <p:nvPr/>
        </p:nvSpPr>
        <p:spPr>
          <a:xfrm>
            <a:off x="1785525" y="3232293"/>
            <a:ext cx="137160" cy="137160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D9786D17-7D3D-15F1-9E4E-76CAABECF5AD}"/>
              </a:ext>
            </a:extLst>
          </p:cNvPr>
          <p:cNvSpPr/>
          <p:nvPr/>
        </p:nvSpPr>
        <p:spPr>
          <a:xfrm>
            <a:off x="1997928" y="3243050"/>
            <a:ext cx="137160" cy="137160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2A4E6206-E86F-DC46-80E4-67718FF82192}"/>
              </a:ext>
            </a:extLst>
          </p:cNvPr>
          <p:cNvSpPr/>
          <p:nvPr/>
        </p:nvSpPr>
        <p:spPr>
          <a:xfrm>
            <a:off x="2211053" y="3257912"/>
            <a:ext cx="137160" cy="137160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3422F30F-040F-1055-5FED-0D3C7822CB7F}"/>
              </a:ext>
            </a:extLst>
          </p:cNvPr>
          <p:cNvSpPr/>
          <p:nvPr/>
        </p:nvSpPr>
        <p:spPr>
          <a:xfrm>
            <a:off x="2423456" y="3265532"/>
            <a:ext cx="137160" cy="137160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E3110AF6-95CE-AF19-20A6-C66AC8385194}"/>
              </a:ext>
            </a:extLst>
          </p:cNvPr>
          <p:cNvSpPr/>
          <p:nvPr/>
        </p:nvSpPr>
        <p:spPr>
          <a:xfrm>
            <a:off x="2635859" y="3283909"/>
            <a:ext cx="137160" cy="137160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D1359889-4F7C-FDD0-09AD-EC64A670879F}"/>
              </a:ext>
            </a:extLst>
          </p:cNvPr>
          <p:cNvCxnSpPr>
            <a:cxnSpLocks/>
          </p:cNvCxnSpPr>
          <p:nvPr/>
        </p:nvCxnSpPr>
        <p:spPr>
          <a:xfrm flipH="1" flipV="1">
            <a:off x="621173" y="914620"/>
            <a:ext cx="946824" cy="22609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D165C4A7-F3C6-D13B-EA56-21B02A9291D4}"/>
              </a:ext>
            </a:extLst>
          </p:cNvPr>
          <p:cNvCxnSpPr>
            <a:cxnSpLocks/>
          </p:cNvCxnSpPr>
          <p:nvPr/>
        </p:nvCxnSpPr>
        <p:spPr>
          <a:xfrm flipH="1" flipV="1">
            <a:off x="920540" y="1152132"/>
            <a:ext cx="861508" cy="20398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32E37C0F-80A2-1D74-ED19-C1D79423A9C5}"/>
              </a:ext>
            </a:extLst>
          </p:cNvPr>
          <p:cNvCxnSpPr>
            <a:cxnSpLocks/>
          </p:cNvCxnSpPr>
          <p:nvPr/>
        </p:nvCxnSpPr>
        <p:spPr>
          <a:xfrm flipH="1" flipV="1">
            <a:off x="1632714" y="1406681"/>
            <a:ext cx="394856" cy="17924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E08718BD-B489-28D9-52F0-F091A0C6DCFD}"/>
              </a:ext>
            </a:extLst>
          </p:cNvPr>
          <p:cNvCxnSpPr>
            <a:cxnSpLocks/>
          </p:cNvCxnSpPr>
          <p:nvPr/>
        </p:nvCxnSpPr>
        <p:spPr>
          <a:xfrm flipV="1">
            <a:off x="2292484" y="1794277"/>
            <a:ext cx="149411" cy="14048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AC0901FA-CFCE-21E4-AC17-D62F188D77D3}"/>
              </a:ext>
            </a:extLst>
          </p:cNvPr>
          <p:cNvCxnSpPr>
            <a:cxnSpLocks/>
          </p:cNvCxnSpPr>
          <p:nvPr/>
        </p:nvCxnSpPr>
        <p:spPr>
          <a:xfrm flipV="1">
            <a:off x="2536615" y="2242559"/>
            <a:ext cx="455581" cy="9861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ABEE09E1-2E66-438E-7F4E-931A7DD7E9A2}"/>
              </a:ext>
            </a:extLst>
          </p:cNvPr>
          <p:cNvCxnSpPr>
            <a:cxnSpLocks/>
          </p:cNvCxnSpPr>
          <p:nvPr/>
        </p:nvCxnSpPr>
        <p:spPr>
          <a:xfrm flipV="1">
            <a:off x="2819307" y="2833731"/>
            <a:ext cx="698772" cy="4318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TextBox 197">
            <a:extLst>
              <a:ext uri="{FF2B5EF4-FFF2-40B4-BE49-F238E27FC236}">
                <a16:creationId xmlns:a16="http://schemas.microsoft.com/office/drawing/2014/main" id="{2684D102-2727-170B-DD75-AC9E427DB27B}"/>
              </a:ext>
            </a:extLst>
          </p:cNvPr>
          <p:cNvSpPr txBox="1"/>
          <p:nvPr/>
        </p:nvSpPr>
        <p:spPr>
          <a:xfrm>
            <a:off x="543857" y="3394558"/>
            <a:ext cx="3237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Camera moving and rotating during capture</a:t>
            </a:r>
          </a:p>
        </p:txBody>
      </p: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C79E2EAB-71DD-032A-D478-7766B483F36C}"/>
              </a:ext>
            </a:extLst>
          </p:cNvPr>
          <p:cNvGrpSpPr>
            <a:grpSpLocks noChangeAspect="1"/>
          </p:cNvGrpSpPr>
          <p:nvPr/>
        </p:nvGrpSpPr>
        <p:grpSpPr>
          <a:xfrm>
            <a:off x="8437118" y="3128316"/>
            <a:ext cx="274320" cy="44900"/>
            <a:chOff x="5010892" y="4246269"/>
            <a:chExt cx="1199897" cy="196396"/>
          </a:xfrm>
          <a:solidFill>
            <a:schemeClr val="accent4">
              <a:lumMod val="50000"/>
            </a:schemeClr>
          </a:solidFill>
        </p:grpSpPr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8786EF92-8A6F-443D-1C59-1282E3B9D05E}"/>
                </a:ext>
              </a:extLst>
            </p:cNvPr>
            <p:cNvSpPr/>
            <p:nvPr/>
          </p:nvSpPr>
          <p:spPr>
            <a:xfrm>
              <a:off x="5010892" y="4246269"/>
              <a:ext cx="137160" cy="137160"/>
            </a:xfrm>
            <a:prstGeom prst="ellipse">
              <a:avLst/>
            </a:prstGeom>
            <a:grpFill/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385DBC73-E1C2-8835-2EF0-6E2BFC8F9525}"/>
                </a:ext>
              </a:extLst>
            </p:cNvPr>
            <p:cNvSpPr/>
            <p:nvPr/>
          </p:nvSpPr>
          <p:spPr>
            <a:xfrm>
              <a:off x="5223295" y="4253889"/>
              <a:ext cx="137160" cy="137160"/>
            </a:xfrm>
            <a:prstGeom prst="ellipse">
              <a:avLst/>
            </a:prstGeom>
            <a:grpFill/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51A0E227-BDD4-3CA6-6D82-4A6EDB729FE2}"/>
                </a:ext>
              </a:extLst>
            </p:cNvPr>
            <p:cNvSpPr/>
            <p:nvPr/>
          </p:nvSpPr>
          <p:spPr>
            <a:xfrm>
              <a:off x="5435698" y="4264646"/>
              <a:ext cx="137160" cy="137160"/>
            </a:xfrm>
            <a:prstGeom prst="ellipse">
              <a:avLst/>
            </a:prstGeom>
            <a:grpFill/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8EB8E99D-C099-215D-5F01-5EC024520273}"/>
                </a:ext>
              </a:extLst>
            </p:cNvPr>
            <p:cNvSpPr/>
            <p:nvPr/>
          </p:nvSpPr>
          <p:spPr>
            <a:xfrm>
              <a:off x="5648823" y="4279508"/>
              <a:ext cx="137160" cy="137160"/>
            </a:xfrm>
            <a:prstGeom prst="ellipse">
              <a:avLst/>
            </a:prstGeom>
            <a:grpFill/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731AFA93-0804-CAC5-8BB8-B9244276D84B}"/>
                </a:ext>
              </a:extLst>
            </p:cNvPr>
            <p:cNvSpPr/>
            <p:nvPr/>
          </p:nvSpPr>
          <p:spPr>
            <a:xfrm>
              <a:off x="5861226" y="4287128"/>
              <a:ext cx="137160" cy="137160"/>
            </a:xfrm>
            <a:prstGeom prst="ellipse">
              <a:avLst/>
            </a:prstGeom>
            <a:grpFill/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362C24E4-72A9-F799-5D07-9AF2291E6F45}"/>
                </a:ext>
              </a:extLst>
            </p:cNvPr>
            <p:cNvSpPr/>
            <p:nvPr/>
          </p:nvSpPr>
          <p:spPr>
            <a:xfrm>
              <a:off x="6073629" y="4305505"/>
              <a:ext cx="137160" cy="137160"/>
            </a:xfrm>
            <a:prstGeom prst="ellipse">
              <a:avLst/>
            </a:prstGeom>
            <a:grpFill/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4C57A3C8-A02E-307E-0300-10BAFA66D7FC}"/>
              </a:ext>
            </a:extLst>
          </p:cNvPr>
          <p:cNvGrpSpPr>
            <a:grpSpLocks noChangeAspect="1"/>
          </p:cNvGrpSpPr>
          <p:nvPr/>
        </p:nvGrpSpPr>
        <p:grpSpPr>
          <a:xfrm>
            <a:off x="8864402" y="3127557"/>
            <a:ext cx="274320" cy="44900"/>
            <a:chOff x="5010892" y="4246269"/>
            <a:chExt cx="1199897" cy="196396"/>
          </a:xfrm>
          <a:solidFill>
            <a:schemeClr val="accent6">
              <a:lumMod val="75000"/>
            </a:schemeClr>
          </a:solidFill>
        </p:grpSpPr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C3A2970D-2545-9F4E-5E76-5AB11434534A}"/>
                </a:ext>
              </a:extLst>
            </p:cNvPr>
            <p:cNvSpPr/>
            <p:nvPr/>
          </p:nvSpPr>
          <p:spPr>
            <a:xfrm>
              <a:off x="5010892" y="4246269"/>
              <a:ext cx="137160" cy="137160"/>
            </a:xfrm>
            <a:prstGeom prst="ellipse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55737723-277E-20DB-A564-C7B60EC2D677}"/>
                </a:ext>
              </a:extLst>
            </p:cNvPr>
            <p:cNvSpPr/>
            <p:nvPr/>
          </p:nvSpPr>
          <p:spPr>
            <a:xfrm>
              <a:off x="5223295" y="4253889"/>
              <a:ext cx="137160" cy="137160"/>
            </a:xfrm>
            <a:prstGeom prst="ellipse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4824B46B-D70A-E1DC-DE84-6330DD0EE471}"/>
                </a:ext>
              </a:extLst>
            </p:cNvPr>
            <p:cNvSpPr/>
            <p:nvPr/>
          </p:nvSpPr>
          <p:spPr>
            <a:xfrm>
              <a:off x="5435698" y="4264646"/>
              <a:ext cx="137160" cy="137160"/>
            </a:xfrm>
            <a:prstGeom prst="ellipse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EB6523F2-1381-A5D3-C4E5-9BCC8089FBEE}"/>
                </a:ext>
              </a:extLst>
            </p:cNvPr>
            <p:cNvSpPr/>
            <p:nvPr/>
          </p:nvSpPr>
          <p:spPr>
            <a:xfrm>
              <a:off x="5648823" y="4279508"/>
              <a:ext cx="137160" cy="137160"/>
            </a:xfrm>
            <a:prstGeom prst="ellipse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6F7A2AE2-7ECA-9CCE-0CF6-0C94203BA782}"/>
                </a:ext>
              </a:extLst>
            </p:cNvPr>
            <p:cNvSpPr/>
            <p:nvPr/>
          </p:nvSpPr>
          <p:spPr>
            <a:xfrm>
              <a:off x="5861226" y="4287128"/>
              <a:ext cx="137160" cy="137160"/>
            </a:xfrm>
            <a:prstGeom prst="ellipse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C055F9FB-EC67-F413-01FD-6523ECC4895D}"/>
                </a:ext>
              </a:extLst>
            </p:cNvPr>
            <p:cNvSpPr/>
            <p:nvPr/>
          </p:nvSpPr>
          <p:spPr>
            <a:xfrm>
              <a:off x="6073629" y="4305505"/>
              <a:ext cx="137160" cy="137160"/>
            </a:xfrm>
            <a:prstGeom prst="ellipse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8793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9C962D7-9F84-1461-3221-EF878A2318DB}"/>
              </a:ext>
            </a:extLst>
          </p:cNvPr>
          <p:cNvSpPr/>
          <p:nvPr/>
        </p:nvSpPr>
        <p:spPr>
          <a:xfrm>
            <a:off x="3031312" y="1689644"/>
            <a:ext cx="1644869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Deblur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(per image)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860F3BD-ADFE-49B4-9A12-24FBAE3D9363}"/>
              </a:ext>
            </a:extLst>
          </p:cNvPr>
          <p:cNvCxnSpPr>
            <a:cxnSpLocks/>
          </p:cNvCxnSpPr>
          <p:nvPr/>
        </p:nvCxnSpPr>
        <p:spPr>
          <a:xfrm flipV="1">
            <a:off x="2563500" y="2146844"/>
            <a:ext cx="467812" cy="414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855C6DEE-46EB-87CB-2A16-95983DCBF355}"/>
              </a:ext>
            </a:extLst>
          </p:cNvPr>
          <p:cNvSpPr/>
          <p:nvPr/>
        </p:nvSpPr>
        <p:spPr>
          <a:xfrm>
            <a:off x="918631" y="1689644"/>
            <a:ext cx="1644869" cy="91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Floating-point GPU buffer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06E7C82-6D51-AB26-6E87-93F8B4B21D2D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3853746" y="1344014"/>
            <a:ext cx="1" cy="3456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B3A6DE3-090F-FBA8-3C51-7B16B7A1E178}"/>
              </a:ext>
            </a:extLst>
          </p:cNvPr>
          <p:cNvSpPr/>
          <p:nvPr/>
        </p:nvSpPr>
        <p:spPr>
          <a:xfrm>
            <a:off x="5143992" y="1689644"/>
            <a:ext cx="1644869" cy="91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Floating-point GPU buffer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E2A3455-411F-0D76-2DF1-D43860AA0D41}"/>
              </a:ext>
            </a:extLst>
          </p:cNvPr>
          <p:cNvCxnSpPr>
            <a:cxnSpLocks/>
          </p:cNvCxnSpPr>
          <p:nvPr/>
        </p:nvCxnSpPr>
        <p:spPr>
          <a:xfrm flipV="1">
            <a:off x="4676180" y="2142698"/>
            <a:ext cx="467812" cy="414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CDDE32B-A7F9-177A-7902-0722F18D1476}"/>
              </a:ext>
            </a:extLst>
          </p:cNvPr>
          <p:cNvGrpSpPr>
            <a:grpSpLocks noChangeAspect="1"/>
          </p:cNvGrpSpPr>
          <p:nvPr/>
        </p:nvGrpSpPr>
        <p:grpSpPr>
          <a:xfrm>
            <a:off x="2977015" y="557282"/>
            <a:ext cx="1904566" cy="659063"/>
            <a:chOff x="6873673" y="1044297"/>
            <a:chExt cx="4062062" cy="1405650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C7F1453-0001-19FE-D827-7D4AC452A95F}"/>
                </a:ext>
              </a:extLst>
            </p:cNvPr>
            <p:cNvCxnSpPr/>
            <p:nvPr/>
          </p:nvCxnSpPr>
          <p:spPr>
            <a:xfrm>
              <a:off x="6873673" y="1252727"/>
              <a:ext cx="611707" cy="3079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74E65EE-52EC-D0A9-F38D-D10A272F4D68}"/>
                </a:ext>
              </a:extLst>
            </p:cNvPr>
            <p:cNvCxnSpPr>
              <a:cxnSpLocks/>
            </p:cNvCxnSpPr>
            <p:nvPr/>
          </p:nvCxnSpPr>
          <p:spPr>
            <a:xfrm>
              <a:off x="7485380" y="1560636"/>
              <a:ext cx="565067" cy="35925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BAF4262-D149-0ECA-B5D8-2A2C0F9989B8}"/>
                </a:ext>
              </a:extLst>
            </p:cNvPr>
            <p:cNvCxnSpPr>
              <a:cxnSpLocks/>
            </p:cNvCxnSpPr>
            <p:nvPr/>
          </p:nvCxnSpPr>
          <p:spPr>
            <a:xfrm>
              <a:off x="8050447" y="1920318"/>
              <a:ext cx="539657" cy="52962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EF43E0C-640A-0654-E17E-2169151F8BF3}"/>
                </a:ext>
              </a:extLst>
            </p:cNvPr>
            <p:cNvCxnSpPr>
              <a:cxnSpLocks/>
            </p:cNvCxnSpPr>
            <p:nvPr/>
          </p:nvCxnSpPr>
          <p:spPr>
            <a:xfrm>
              <a:off x="8589404" y="2449859"/>
              <a:ext cx="339838" cy="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3D644E4-383F-6375-AFC3-28865B3E88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28308" y="1928835"/>
              <a:ext cx="233472" cy="52111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13085B4-FC33-0581-BF59-02D58DF7DCCF}"/>
                </a:ext>
              </a:extLst>
            </p:cNvPr>
            <p:cNvCxnSpPr>
              <a:cxnSpLocks/>
            </p:cNvCxnSpPr>
            <p:nvPr/>
          </p:nvCxnSpPr>
          <p:spPr>
            <a:xfrm>
              <a:off x="9161780" y="1928910"/>
              <a:ext cx="20538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B7E568B-3A19-FC9A-A910-CCAB34C0E8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61114" y="1560636"/>
              <a:ext cx="279493" cy="36819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AEF277D-04FD-938F-ABB6-6601C72F9ED5}"/>
                </a:ext>
              </a:extLst>
            </p:cNvPr>
            <p:cNvCxnSpPr>
              <a:cxnSpLocks/>
            </p:cNvCxnSpPr>
            <p:nvPr/>
          </p:nvCxnSpPr>
          <p:spPr>
            <a:xfrm>
              <a:off x="9634796" y="1562979"/>
              <a:ext cx="29342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19D89D3-287F-F369-14CC-458368F4F8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28225" y="1259969"/>
              <a:ext cx="239619" cy="30301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1E75DFF-DD8E-C929-9FB3-B9390FADE8B5}"/>
                </a:ext>
              </a:extLst>
            </p:cNvPr>
            <p:cNvCxnSpPr>
              <a:cxnSpLocks/>
            </p:cNvCxnSpPr>
            <p:nvPr/>
          </p:nvCxnSpPr>
          <p:spPr>
            <a:xfrm>
              <a:off x="10320917" y="1047406"/>
              <a:ext cx="61481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E9D9995-85F0-5C3A-046B-832B7A8DD7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5085" y="1044297"/>
              <a:ext cx="155832" cy="2156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85995F03-655E-90F9-443D-99054697B7EB}"/>
              </a:ext>
            </a:extLst>
          </p:cNvPr>
          <p:cNvSpPr txBox="1"/>
          <p:nvPr/>
        </p:nvSpPr>
        <p:spPr>
          <a:xfrm>
            <a:off x="2954155" y="386110"/>
            <a:ext cx="164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Depth manifold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3D6ED76-FD99-402A-580C-3844CA77653D}"/>
              </a:ext>
            </a:extLst>
          </p:cNvPr>
          <p:cNvSpPr txBox="1"/>
          <p:nvPr/>
        </p:nvSpPr>
        <p:spPr>
          <a:xfrm>
            <a:off x="3031311" y="2892677"/>
            <a:ext cx="164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Pose API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071A8A7-7983-8423-5DC9-7501D8305573}"/>
              </a:ext>
            </a:extLst>
          </p:cNvPr>
          <p:cNvCxnSpPr>
            <a:cxnSpLocks/>
            <a:stCxn id="41" idx="0"/>
            <a:endCxn id="15" idx="2"/>
          </p:cNvCxnSpPr>
          <p:nvPr/>
        </p:nvCxnSpPr>
        <p:spPr>
          <a:xfrm flipV="1">
            <a:off x="3853746" y="2604044"/>
            <a:ext cx="1" cy="2886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551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3677</TotalTime>
  <Words>103</Words>
  <Application>Microsoft Office PowerPoint</Application>
  <PresentationFormat>Widescreen</PresentationFormat>
  <Paragraphs>26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Russell Taylor</dc:creator>
  <cp:lastModifiedBy>Russell Taylor</cp:lastModifiedBy>
  <cp:revision>174</cp:revision>
  <dcterms:created xsi:type="dcterms:W3CDTF">2023-10-18T19:03:52Z</dcterms:created>
  <dcterms:modified xsi:type="dcterms:W3CDTF">2024-10-02T19:28:43Z</dcterms:modified>
</cp:coreProperties>
</file>