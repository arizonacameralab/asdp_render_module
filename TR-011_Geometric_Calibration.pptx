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5" r:id="rId6"/>
    <p:sldId id="27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1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47D1-22B6-CB61-5E6A-229F0FDEB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C3E85-44E1-6B2F-C3DB-0B008A097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C7983-8144-6AD5-50A0-67E45293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8A2B6-41C8-C268-C26C-DCD0D542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3A2E3-7002-BA82-662C-58746F1F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5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49E4-492F-3E6C-DFD7-8254C7AB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4C3C8-E4B7-E4EF-711C-7941B764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EF544-768F-485D-DF9F-C3C388AA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2E78-0AD9-7149-3557-E1678925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10821-1065-C0BC-34E1-0DC58489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6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E41E-D270-C91E-490A-C3B6C2DD4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0E09-F4F7-A3EB-23EF-EF49EE72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97291-3EF7-8A8B-5ECA-B6BA9F6C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8DC0-64BE-3BC5-DB54-838D9E8D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792D3-1057-D376-D336-1286B563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0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4205-DC12-CF8D-6511-8C75123C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3C5E-0CC5-74AE-AE54-75E8BCB31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A85A9-7643-66C1-F578-D71F9919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2A93C-1A33-8425-46B6-1E0EE794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82940-DB60-D2CE-1F0D-5DBB9A4F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23AC9-925A-320D-0987-7C831DFF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1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2393-205C-ACFE-FAC3-A93C583C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71F8D-6E50-D8F4-4E20-D9B68ADC8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2996B-B868-07EB-8F81-ADA52D632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5E2A-F372-1B6D-BCDD-1181F1761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FE4DC-C375-E41F-C047-F50115793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D54D4-F0C6-F92B-4FEA-3A50966C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C18BD2-25A0-22FA-D483-57F1D67E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ABA43-9797-83E5-7D4D-F9564089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6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2F42-3516-B635-87AE-3192F267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449C8-F6E4-9926-8654-CDF45FB0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432B7-AAB2-B142-2EE3-625D9467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0D4AE-65F1-5385-C51A-00A9DB2A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C9AE8-CCAF-B9CC-5CD9-7E21148C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6B200-6388-CE54-6F0C-A0668CF6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B9926-AE2D-A2BE-40C0-BC41C4B1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2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A35B-83C2-914B-6F6F-C463485C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590EC-4846-5C06-E269-AA1FF1376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F2581-420D-2EA8-122E-6E4035CF7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4E1BE-3F4C-5E13-8598-321F912D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8510B-8F6A-D71B-E618-CE7524B4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46381-A47F-7B07-3411-85B7E1FE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80C49-0495-2DE5-0D98-C9B7145C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A0267-51D6-7B77-37E9-89DA96FC9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CC407-FA79-CC47-7A74-D7D74BD27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C3B2-2107-1512-B7AF-9ADC9132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8083C-6C26-14EB-F487-B7C2532E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354BC-DB0C-017B-E384-3FD5B1D6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4FDD-B0F2-1129-3FA0-D0A9270A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79D77-D9BF-0635-A8B4-BEAA5C1B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3DE8-DDFE-92E1-6470-DA888F5F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E77B5-9037-D6B1-DDAD-36234E6F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FD0B4-D7B5-61C2-ECE1-44408E76B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5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5A44D-D182-4DDB-5A33-49C9D3A13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6C5C0-BF1F-6369-E02F-0078B9FEA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80E17-AD1F-169E-5C23-C65DA128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D1D0D-79B6-F845-63A1-F34B82A7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B277D-94E6-8193-C13A-D71C63B4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1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3DF11-9C02-FD66-2299-93108721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B887C-C645-959C-B5F3-EFBAEF6E9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66567-85AE-C43D-272D-A5CE75D27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5A6C5-670B-498B-9FA6-803741FBB2CA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FC54E-BDAA-02B1-ABFF-810240BD2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CAD06-C8A4-D069-2957-B7BD864D4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9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explaining effect of barrel distortion and pincushion distortion on a square grid.">
            <a:extLst>
              <a:ext uri="{FF2B5EF4-FFF2-40B4-BE49-F238E27FC236}">
                <a16:creationId xmlns:a16="http://schemas.microsoft.com/office/drawing/2014/main" id="{13801FBE-B846-CFAC-2698-F25192D74E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0" t="8804" r="4986" b="7386"/>
          <a:stretch/>
        </p:blipFill>
        <p:spPr bwMode="auto">
          <a:xfrm>
            <a:off x="2968942" y="2441892"/>
            <a:ext cx="6254115" cy="19742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A245EB-E3AA-B356-852F-F886BA1D785A}"/>
              </a:ext>
            </a:extLst>
          </p:cNvPr>
          <p:cNvSpPr>
            <a:spLocks noChangeAspect="1"/>
          </p:cNvSpPr>
          <p:nvPr/>
        </p:nvSpPr>
        <p:spPr>
          <a:xfrm>
            <a:off x="5225144" y="2459025"/>
            <a:ext cx="1719072" cy="171907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FA0180-CF43-25AC-6612-8A8323D9222A}"/>
              </a:ext>
            </a:extLst>
          </p:cNvPr>
          <p:cNvSpPr>
            <a:spLocks noChangeAspect="1"/>
          </p:cNvSpPr>
          <p:nvPr/>
        </p:nvSpPr>
        <p:spPr>
          <a:xfrm>
            <a:off x="7591453" y="2579370"/>
            <a:ext cx="1470982" cy="147098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18C94-99E7-3B8E-0C82-B46A110F797A}"/>
              </a:ext>
            </a:extLst>
          </p:cNvPr>
          <p:cNvSpPr>
            <a:spLocks noChangeAspect="1"/>
          </p:cNvSpPr>
          <p:nvPr/>
        </p:nvSpPr>
        <p:spPr>
          <a:xfrm>
            <a:off x="2991576" y="2459025"/>
            <a:ext cx="1719072" cy="171907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03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5AF0466-AB4F-15FD-57F9-400705089E2C}"/>
              </a:ext>
            </a:extLst>
          </p:cNvPr>
          <p:cNvSpPr/>
          <p:nvPr/>
        </p:nvSpPr>
        <p:spPr>
          <a:xfrm>
            <a:off x="2370346" y="3361996"/>
            <a:ext cx="137160" cy="13400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4210E6-9D00-19E2-702F-467465B4D24D}"/>
              </a:ext>
            </a:extLst>
          </p:cNvPr>
          <p:cNvSpPr/>
          <p:nvPr/>
        </p:nvSpPr>
        <p:spPr>
          <a:xfrm>
            <a:off x="4843159" y="3642215"/>
            <a:ext cx="137160" cy="13400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214F9D85-7B0E-1423-7FCD-B2EF79D0F3F5}"/>
              </a:ext>
            </a:extLst>
          </p:cNvPr>
          <p:cNvSpPr/>
          <p:nvPr/>
        </p:nvSpPr>
        <p:spPr>
          <a:xfrm>
            <a:off x="8378875" y="3709218"/>
            <a:ext cx="873877" cy="153383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y hexagon shaped object with black knobs&#10;&#10;Description automatically generated">
            <a:extLst>
              <a:ext uri="{FF2B5EF4-FFF2-40B4-BE49-F238E27FC236}">
                <a16:creationId xmlns:a16="http://schemas.microsoft.com/office/drawing/2014/main" id="{41D7940B-75C0-79E2-BD79-A4337CE6D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5" t="8002" r="4083" b="7468"/>
          <a:stretch/>
        </p:blipFill>
        <p:spPr bwMode="auto">
          <a:xfrm>
            <a:off x="7809974" y="2805736"/>
            <a:ext cx="2011680" cy="14173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67C0FB-3C50-C369-396F-0070A5D3AAE3}"/>
              </a:ext>
            </a:extLst>
          </p:cNvPr>
          <p:cNvSpPr txBox="1"/>
          <p:nvPr/>
        </p:nvSpPr>
        <p:spPr>
          <a:xfrm>
            <a:off x="5367728" y="4476134"/>
            <a:ext cx="209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2-axis rotation stage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103A9-35FD-180A-B333-51154EF4ED0D}"/>
              </a:ext>
            </a:extLst>
          </p:cNvPr>
          <p:cNvSpPr txBox="1"/>
          <p:nvPr/>
        </p:nvSpPr>
        <p:spPr>
          <a:xfrm>
            <a:off x="3145243" y="2715665"/>
            <a:ext cx="402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IR LEDs at known locations and different distances from the frame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9D35D5-831E-9983-032A-F4349A3DFA48}"/>
              </a:ext>
            </a:extLst>
          </p:cNvPr>
          <p:cNvCxnSpPr>
            <a:stCxn id="8" idx="3"/>
          </p:cNvCxnSpPr>
          <p:nvPr/>
        </p:nvCxnSpPr>
        <p:spPr>
          <a:xfrm>
            <a:off x="7461999" y="4660800"/>
            <a:ext cx="826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755973-7B39-F09F-2850-459C0EEA8780}"/>
              </a:ext>
            </a:extLst>
          </p:cNvPr>
          <p:cNvCxnSpPr>
            <a:cxnSpLocks/>
          </p:cNvCxnSpPr>
          <p:nvPr/>
        </p:nvCxnSpPr>
        <p:spPr>
          <a:xfrm>
            <a:off x="4403834" y="3308237"/>
            <a:ext cx="376446" cy="313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8776E2-29DB-1F8C-05A8-9BB645DC5DB7}"/>
              </a:ext>
            </a:extLst>
          </p:cNvPr>
          <p:cNvCxnSpPr>
            <a:cxnSpLocks/>
          </p:cNvCxnSpPr>
          <p:nvPr/>
        </p:nvCxnSpPr>
        <p:spPr>
          <a:xfrm flipH="1">
            <a:off x="2597787" y="3116826"/>
            <a:ext cx="892665" cy="245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row: Curved Right 22">
            <a:extLst>
              <a:ext uri="{FF2B5EF4-FFF2-40B4-BE49-F238E27FC236}">
                <a16:creationId xmlns:a16="http://schemas.microsoft.com/office/drawing/2014/main" id="{34655CA9-7F17-3A41-379C-782A99B35B73}"/>
              </a:ext>
            </a:extLst>
          </p:cNvPr>
          <p:cNvSpPr/>
          <p:nvPr/>
        </p:nvSpPr>
        <p:spPr>
          <a:xfrm flipH="1">
            <a:off x="9821653" y="2517409"/>
            <a:ext cx="702675" cy="22092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AC74B44-F5E7-3017-1CA1-27870279B950}"/>
              </a:ext>
            </a:extLst>
          </p:cNvPr>
          <p:cNvSpPr/>
          <p:nvPr/>
        </p:nvSpPr>
        <p:spPr>
          <a:xfrm>
            <a:off x="8137895" y="2504456"/>
            <a:ext cx="1355835" cy="20894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1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214F9D85-7B0E-1423-7FCD-B2EF79D0F3F5}"/>
              </a:ext>
            </a:extLst>
          </p:cNvPr>
          <p:cNvSpPr/>
          <p:nvPr/>
        </p:nvSpPr>
        <p:spPr>
          <a:xfrm>
            <a:off x="8378875" y="3709218"/>
            <a:ext cx="873877" cy="153383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y hexagon shaped object with black knobs&#10;&#10;Description automatically generated">
            <a:extLst>
              <a:ext uri="{FF2B5EF4-FFF2-40B4-BE49-F238E27FC236}">
                <a16:creationId xmlns:a16="http://schemas.microsoft.com/office/drawing/2014/main" id="{41D7940B-75C0-79E2-BD79-A4337CE6D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5" t="8002" r="4083" b="7468"/>
          <a:stretch/>
        </p:blipFill>
        <p:spPr bwMode="auto">
          <a:xfrm>
            <a:off x="7809974" y="2805736"/>
            <a:ext cx="2011680" cy="14173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67C0FB-3C50-C369-396F-0070A5D3AAE3}"/>
              </a:ext>
            </a:extLst>
          </p:cNvPr>
          <p:cNvSpPr txBox="1"/>
          <p:nvPr/>
        </p:nvSpPr>
        <p:spPr>
          <a:xfrm>
            <a:off x="5717378" y="4476134"/>
            <a:ext cx="209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2-axis rotation stage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103A9-35FD-180A-B333-51154EF4ED0D}"/>
              </a:ext>
            </a:extLst>
          </p:cNvPr>
          <p:cNvSpPr txBox="1"/>
          <p:nvPr/>
        </p:nvSpPr>
        <p:spPr>
          <a:xfrm>
            <a:off x="3310784" y="2715665"/>
            <a:ext cx="4316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Checkerboards at fixed unknown locations and different distances from the frame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9D35D5-831E-9983-032A-F4349A3DFA48}"/>
              </a:ext>
            </a:extLst>
          </p:cNvPr>
          <p:cNvCxnSpPr>
            <a:cxnSpLocks/>
          </p:cNvCxnSpPr>
          <p:nvPr/>
        </p:nvCxnSpPr>
        <p:spPr>
          <a:xfrm>
            <a:off x="7809974" y="4660800"/>
            <a:ext cx="478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755973-7B39-F09F-2850-459C0EEA8780}"/>
              </a:ext>
            </a:extLst>
          </p:cNvPr>
          <p:cNvCxnSpPr>
            <a:cxnSpLocks/>
          </p:cNvCxnSpPr>
          <p:nvPr/>
        </p:nvCxnSpPr>
        <p:spPr>
          <a:xfrm>
            <a:off x="4569376" y="3308237"/>
            <a:ext cx="0" cy="538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8776E2-29DB-1F8C-05A8-9BB645DC5DB7}"/>
              </a:ext>
            </a:extLst>
          </p:cNvPr>
          <p:cNvCxnSpPr>
            <a:cxnSpLocks/>
          </p:cNvCxnSpPr>
          <p:nvPr/>
        </p:nvCxnSpPr>
        <p:spPr>
          <a:xfrm flipH="1">
            <a:off x="3011447" y="2963917"/>
            <a:ext cx="444012" cy="130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row: Curved Right 22">
            <a:extLst>
              <a:ext uri="{FF2B5EF4-FFF2-40B4-BE49-F238E27FC236}">
                <a16:creationId xmlns:a16="http://schemas.microsoft.com/office/drawing/2014/main" id="{34655CA9-7F17-3A41-379C-782A99B35B73}"/>
              </a:ext>
            </a:extLst>
          </p:cNvPr>
          <p:cNvSpPr/>
          <p:nvPr/>
        </p:nvSpPr>
        <p:spPr>
          <a:xfrm flipH="1">
            <a:off x="9821653" y="2517409"/>
            <a:ext cx="702675" cy="22092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AC74B44-F5E7-3017-1CA1-27870279B950}"/>
              </a:ext>
            </a:extLst>
          </p:cNvPr>
          <p:cNvSpPr/>
          <p:nvPr/>
        </p:nvSpPr>
        <p:spPr>
          <a:xfrm>
            <a:off x="8137895" y="2504456"/>
            <a:ext cx="1355835" cy="20894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43980397-7873-F9C5-B078-3E0A1AFCC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06726">
            <a:off x="3668841" y="3945324"/>
            <a:ext cx="1572689" cy="111194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9F8CA68-5E7E-7575-3295-96891026C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659698">
            <a:off x="1453644" y="2873027"/>
            <a:ext cx="1572689" cy="1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0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214F9D85-7B0E-1423-7FCD-B2EF79D0F3F5}"/>
              </a:ext>
            </a:extLst>
          </p:cNvPr>
          <p:cNvSpPr/>
          <p:nvPr/>
        </p:nvSpPr>
        <p:spPr>
          <a:xfrm>
            <a:off x="8378875" y="3709218"/>
            <a:ext cx="873877" cy="153383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y hexagon shaped object with black knobs&#10;&#10;Description automatically generated">
            <a:extLst>
              <a:ext uri="{FF2B5EF4-FFF2-40B4-BE49-F238E27FC236}">
                <a16:creationId xmlns:a16="http://schemas.microsoft.com/office/drawing/2014/main" id="{41D7940B-75C0-79E2-BD79-A4337CE6D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5" t="8002" r="4083" b="7468"/>
          <a:stretch/>
        </p:blipFill>
        <p:spPr bwMode="auto">
          <a:xfrm>
            <a:off x="7809974" y="2805736"/>
            <a:ext cx="2011680" cy="14173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67C0FB-3C50-C369-396F-0070A5D3AAE3}"/>
              </a:ext>
            </a:extLst>
          </p:cNvPr>
          <p:cNvSpPr txBox="1"/>
          <p:nvPr/>
        </p:nvSpPr>
        <p:spPr>
          <a:xfrm>
            <a:off x="5717378" y="4476134"/>
            <a:ext cx="209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2-axis rotation stage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103A9-35FD-180A-B333-51154EF4ED0D}"/>
              </a:ext>
            </a:extLst>
          </p:cNvPr>
          <p:cNvSpPr txBox="1"/>
          <p:nvPr/>
        </p:nvSpPr>
        <p:spPr>
          <a:xfrm>
            <a:off x="3310784" y="2715665"/>
            <a:ext cx="4316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Checkerboards at fixed unknown locations and different distances from the frame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9D35D5-831E-9983-032A-F4349A3DFA48}"/>
              </a:ext>
            </a:extLst>
          </p:cNvPr>
          <p:cNvCxnSpPr>
            <a:cxnSpLocks/>
          </p:cNvCxnSpPr>
          <p:nvPr/>
        </p:nvCxnSpPr>
        <p:spPr>
          <a:xfrm>
            <a:off x="7809974" y="4660800"/>
            <a:ext cx="478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755973-7B39-F09F-2850-459C0EEA8780}"/>
              </a:ext>
            </a:extLst>
          </p:cNvPr>
          <p:cNvCxnSpPr>
            <a:cxnSpLocks/>
          </p:cNvCxnSpPr>
          <p:nvPr/>
        </p:nvCxnSpPr>
        <p:spPr>
          <a:xfrm>
            <a:off x="4569376" y="3308237"/>
            <a:ext cx="0" cy="538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8776E2-29DB-1F8C-05A8-9BB645DC5DB7}"/>
              </a:ext>
            </a:extLst>
          </p:cNvPr>
          <p:cNvCxnSpPr>
            <a:cxnSpLocks/>
          </p:cNvCxnSpPr>
          <p:nvPr/>
        </p:nvCxnSpPr>
        <p:spPr>
          <a:xfrm flipH="1">
            <a:off x="3011447" y="2963917"/>
            <a:ext cx="444012" cy="130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row: Curved Right 22">
            <a:extLst>
              <a:ext uri="{FF2B5EF4-FFF2-40B4-BE49-F238E27FC236}">
                <a16:creationId xmlns:a16="http://schemas.microsoft.com/office/drawing/2014/main" id="{34655CA9-7F17-3A41-379C-782A99B35B73}"/>
              </a:ext>
            </a:extLst>
          </p:cNvPr>
          <p:cNvSpPr/>
          <p:nvPr/>
        </p:nvSpPr>
        <p:spPr>
          <a:xfrm flipH="1">
            <a:off x="9821653" y="2517409"/>
            <a:ext cx="702675" cy="22092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AC74B44-F5E7-3017-1CA1-27870279B950}"/>
              </a:ext>
            </a:extLst>
          </p:cNvPr>
          <p:cNvSpPr/>
          <p:nvPr/>
        </p:nvSpPr>
        <p:spPr>
          <a:xfrm>
            <a:off x="8137895" y="2504456"/>
            <a:ext cx="1355835" cy="20894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43980397-7873-F9C5-B078-3E0A1AFCC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06726">
            <a:off x="3668841" y="3945324"/>
            <a:ext cx="1572689" cy="111194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9F8CA68-5E7E-7575-3295-96891026C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659698">
            <a:off x="1453644" y="2873027"/>
            <a:ext cx="1572689" cy="1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31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5103A9-35FD-180A-B333-51154EF4ED0D}"/>
              </a:ext>
            </a:extLst>
          </p:cNvPr>
          <p:cNvSpPr txBox="1"/>
          <p:nvPr/>
        </p:nvSpPr>
        <p:spPr>
          <a:xfrm>
            <a:off x="3820506" y="2861494"/>
            <a:ext cx="1827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Board seen</a:t>
            </a:r>
          </a:p>
          <a:p>
            <a:pPr algn="ctr"/>
            <a:r>
              <a:rPr lang="en-US" dirty="0"/>
              <a:t>by neighbor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755973-7B39-F09F-2850-459C0EEA8780}"/>
              </a:ext>
            </a:extLst>
          </p:cNvPr>
          <p:cNvCxnSpPr>
            <a:cxnSpLocks/>
          </p:cNvCxnSpPr>
          <p:nvPr/>
        </p:nvCxnSpPr>
        <p:spPr>
          <a:xfrm flipH="1">
            <a:off x="4060723" y="3429000"/>
            <a:ext cx="394462" cy="5163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8776E2-29DB-1F8C-05A8-9BB645DC5DB7}"/>
              </a:ext>
            </a:extLst>
          </p:cNvPr>
          <p:cNvCxnSpPr>
            <a:cxnSpLocks/>
          </p:cNvCxnSpPr>
          <p:nvPr/>
        </p:nvCxnSpPr>
        <p:spPr>
          <a:xfrm>
            <a:off x="3460955" y="3487501"/>
            <a:ext cx="161852" cy="343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43980397-7873-F9C5-B078-3E0A1AFCC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8841" y="3945324"/>
            <a:ext cx="1572689" cy="111194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9F8CA68-5E7E-7575-3295-96891026C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56944">
            <a:off x="2360163" y="3888158"/>
            <a:ext cx="1572689" cy="11119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9CCF5C-FA48-8044-B205-FA36B2E34481}"/>
              </a:ext>
            </a:extLst>
          </p:cNvPr>
          <p:cNvSpPr txBox="1"/>
          <p:nvPr/>
        </p:nvSpPr>
        <p:spPr>
          <a:xfrm>
            <a:off x="988129" y="2841170"/>
            <a:ext cx="4316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Board transformed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to neighbor space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1E795B-F3EF-1170-758B-7F933FBD4AA4}"/>
              </a:ext>
            </a:extLst>
          </p:cNvPr>
          <p:cNvSpPr/>
          <p:nvPr/>
        </p:nvSpPr>
        <p:spPr>
          <a:xfrm>
            <a:off x="3668841" y="3945323"/>
            <a:ext cx="224733" cy="111194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657F80-4670-884A-2940-64D08D836DA1}"/>
              </a:ext>
            </a:extLst>
          </p:cNvPr>
          <p:cNvSpPr txBox="1"/>
          <p:nvPr/>
        </p:nvSpPr>
        <p:spPr>
          <a:xfrm>
            <a:off x="1662129" y="5057270"/>
            <a:ext cx="431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Overlap region</a:t>
            </a:r>
          </a:p>
        </p:txBody>
      </p:sp>
    </p:spTree>
    <p:extLst>
      <p:ext uri="{BB962C8B-B14F-4D97-AF65-F5344CB8AC3E}">
        <p14:creationId xmlns:p14="http://schemas.microsoft.com/office/powerpoint/2010/main" val="206344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object with a grey background&#10;&#10;Description automatically generated with medium confidence">
            <a:extLst>
              <a:ext uri="{FF2B5EF4-FFF2-40B4-BE49-F238E27FC236}">
                <a16:creationId xmlns:a16="http://schemas.microsoft.com/office/drawing/2014/main" id="{B307F315-FE41-BBDC-8852-05A05E86C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988" y="2710492"/>
            <a:ext cx="5008728" cy="2817410"/>
          </a:xfrm>
          <a:prstGeom prst="rect">
            <a:avLst/>
          </a:prstGeom>
        </p:spPr>
      </p:pic>
      <p:sp>
        <p:nvSpPr>
          <p:cNvPr id="5" name="Isosceles Triangle 38">
            <a:extLst>
              <a:ext uri="{FF2B5EF4-FFF2-40B4-BE49-F238E27FC236}">
                <a16:creationId xmlns:a16="http://schemas.microsoft.com/office/drawing/2014/main" id="{D5AFF09B-C134-CFEF-7B03-F2CB0776411F}"/>
              </a:ext>
            </a:extLst>
          </p:cNvPr>
          <p:cNvSpPr/>
          <p:nvPr/>
        </p:nvSpPr>
        <p:spPr>
          <a:xfrm rot="7318319">
            <a:off x="4168086" y="3636244"/>
            <a:ext cx="1013986" cy="3578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38">
            <a:extLst>
              <a:ext uri="{FF2B5EF4-FFF2-40B4-BE49-F238E27FC236}">
                <a16:creationId xmlns:a16="http://schemas.microsoft.com/office/drawing/2014/main" id="{BE791280-CD71-BFB9-8EB5-881F11AA09BD}"/>
              </a:ext>
            </a:extLst>
          </p:cNvPr>
          <p:cNvSpPr/>
          <p:nvPr/>
        </p:nvSpPr>
        <p:spPr>
          <a:xfrm rot="14818125">
            <a:off x="6257588" y="3746883"/>
            <a:ext cx="1013986" cy="3578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38">
            <a:extLst>
              <a:ext uri="{FF2B5EF4-FFF2-40B4-BE49-F238E27FC236}">
                <a16:creationId xmlns:a16="http://schemas.microsoft.com/office/drawing/2014/main" id="{6AD1BD56-978E-4E27-91F3-4B431BDB78FF}"/>
              </a:ext>
            </a:extLst>
          </p:cNvPr>
          <p:cNvSpPr/>
          <p:nvPr/>
        </p:nvSpPr>
        <p:spPr>
          <a:xfrm rot="10800000">
            <a:off x="5192739" y="3048350"/>
            <a:ext cx="1013986" cy="3578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95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3611</TotalTime>
  <Words>53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Russell Taylor</dc:creator>
  <cp:lastModifiedBy>Russell Taylor</cp:lastModifiedBy>
  <cp:revision>178</cp:revision>
  <dcterms:created xsi:type="dcterms:W3CDTF">2023-10-18T19:03:52Z</dcterms:created>
  <dcterms:modified xsi:type="dcterms:W3CDTF">2024-01-10T15:15:05Z</dcterms:modified>
</cp:coreProperties>
</file>